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4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15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8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5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5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90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47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6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4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19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7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8FDF3-FEDB-A891-6A8F-7EBC6FF3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300" b="1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IoT SYSTEMS SECURITY </a:t>
            </a:r>
            <a:endParaRPr lang="en-KE" sz="4300" b="1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D968-0AC9-5216-8737-984CC62A6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</a:t>
            </a:r>
          </a:p>
          <a:p>
            <a:pPr marL="0" indent="0">
              <a:buNone/>
            </a:pPr>
            <a:r>
              <a:rPr lang="en-US" sz="19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FAITH CHELUGET NAMAEMBA </a:t>
            </a:r>
          </a:p>
          <a:p>
            <a:pPr marL="0" indent="0">
              <a:buNone/>
            </a:pPr>
            <a:r>
              <a:rPr lang="en-US" sz="19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 ID: </a:t>
            </a:r>
            <a:r>
              <a:rPr lang="en-KE" sz="1900" i="0" u="none" strike="noStrik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</a:rPr>
              <a:t>26047507</a:t>
            </a:r>
            <a:endParaRPr lang="en-US" sz="1900" i="0" u="none" strike="noStrike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KE" sz="19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B03DDC1-0B5E-79E2-6B03-2E838E583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23" r="3376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2337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IoT Systems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Introduction to the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8046720" cy="1078992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Purpose of the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6163867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The activity strengthened understanding of C programming and pseudo-random number generation used in IoT security. </a:t>
            </a:r>
            <a:endParaRPr lang="en-US" dirty="0"/>
          </a:p>
          <a:p>
            <a:pPr>
              <a:defRPr sz="950"/>
            </a:pPr>
            <a:r>
              <a:rPr dirty="0"/>
              <a:t>These concepts are important because secure systems depend on reliable random values for protection mechanisms.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19"/>
            <a:ext cx="7772400" cy="1124711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305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rPr dirty="0"/>
              <a:t>Importance in IoT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13432"/>
            <a:ext cx="5564344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Random number generation supports encryption, secure communication, and authentication in IoT systems. </a:t>
            </a:r>
            <a:endParaRPr lang="en-US" dirty="0"/>
          </a:p>
          <a:p>
            <a:pPr>
              <a:defRPr sz="950"/>
            </a:pPr>
            <a:r>
              <a:rPr dirty="0"/>
              <a:t>Without secure randomness, connected devices become vulnerable to cyber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44950"/>
            <a:ext cx="8046720" cy="1380745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Programming Skills Developed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4945585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The tasks improved understanding of loops, arrays, conditions, counters, and statistical analysis. </a:t>
            </a:r>
            <a:endParaRPr lang="en-US" dirty="0"/>
          </a:p>
          <a:p>
            <a:pPr>
              <a:defRPr sz="950"/>
            </a:pPr>
            <a:r>
              <a:rPr dirty="0"/>
              <a:t>These programming concepts are widely used in software development and cyber security.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217920"/>
            <a:ext cx="45720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Slide 1 | MSc Cyber Security – IoT Systems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Generating 1000 Random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19"/>
            <a:ext cx="8138160" cy="1124711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Task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7473521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The program generated 1000 pseudo-random numbers between 0 and 9. The numbers were created using the provided formula without any </a:t>
            </a:r>
            <a:endParaRPr lang="en-US" dirty="0"/>
          </a:p>
          <a:p>
            <a:pPr>
              <a:defRPr sz="950"/>
            </a:pPr>
            <a:r>
              <a:rPr dirty="0"/>
              <a:t>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8321040" cy="704088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21305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Mean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134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The generated numbers were summed and divided by 1000 to calculate the mean. This helped analyse the average distribution of the generated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79" y="2816352"/>
            <a:ext cx="8545363" cy="1069848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The result was expected to be close to 4.5 because the numbers are evenly distributed. A value close to 4.5 confirms balanced random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" y="3730752"/>
            <a:ext cx="8321041" cy="1069848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593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Sample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Mean of 1000 random numbers: 4.48. This output demonstrated that the generated numbers were statistically close to the expected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Slide 2 | MSc Cyber Security – IoT Systems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Frequency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Counting Digit Occurrence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Task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The program generated 10,000 random numbers between 0 and 9. The purpose was to analyse how frequently each digit appeared.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305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Using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134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Arrays counted how many times each digit appeared. This allowed efficient storage and tracking of occurrence frequencies.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Expected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7797327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Each digit should appear close to 10 percent of the total numbers. An even distribution indicates that the random number generator is functioning </a:t>
            </a:r>
            <a:endParaRPr lang="en-US" dirty="0"/>
          </a:p>
          <a:p>
            <a:pPr>
              <a:defRPr sz="950"/>
            </a:pPr>
            <a:r>
              <a:rPr dirty="0"/>
              <a:t>correctly.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319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593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Sample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0 occurred 1003 times, 1 occurred 987 times, and 9 occurred 995 times. These values showed that the frequencies were relatively balanced.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Slide 3 | MSc Cyber Security – IoT Systems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Odd-Even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Grouping Numbers into Odd and 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Task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The generated numbers were divided into odd and even groups. Conditional statements were used to determine the category of each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305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Counting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134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Conditional statements counted odd and even values separately. The counters increased depending on whether a number was odd or even.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Expected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The final output should show approximately 50 percent odd and 50 percent even values. This confirms balanced random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319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593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Sample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Odd Numbers: 5012 | Even Numbers: 4988. The results showed that the odd and even values were almost equally distributed.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Slide 4 | MSc Cyber Security – IoT Systems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Serial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Generating Random Number Pairs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Task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The program generated 10,000 random number pairs such as 02, 14, and 87. This helped analyse patterns within grouped random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305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Using Arrays for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134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Arrays counted occurrences of pairs from 00 to 99. Each pair was tracked to determine its frequency of occurrence.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Expected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Each pair should appear close to 1 percent of the total generated pairs. Balanced pair distribution suggests reliable random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319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593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Sample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00 occurred 102 times | 99 occurred 101 times. The output confirmed that pair occurrences were close to expected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Slide 5 | MSc Cyber Security – IoT Systems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79B0DD-2C63-4EE5-804F-B8E391FC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2" y="0"/>
            <a:ext cx="9144000" cy="68580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7DB8AB-CD55-4C8F-9043-52652B89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6"/>
            <a:ext cx="4023191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45E526-4C84-8A31-2AF3-4484F6B8C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110321"/>
            <a:ext cx="3540113" cy="17700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3059C5A-91CB-4024-9B4E-20082E25C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6441" y="643466"/>
            <a:ext cx="4032605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53A01-C673-91A9-A464-D65641122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60" y="1107728"/>
            <a:ext cx="3550486" cy="177524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84884BF-A898-4EFF-9504-E13EBE3FF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3514513"/>
            <a:ext cx="4023191" cy="270340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855A3-AEE3-48D3-9835-6FB6DA0E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978775"/>
            <a:ext cx="3550487" cy="17752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B32D337-FDA6-4468-ADB1-7038E5FC0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6441" y="3514513"/>
            <a:ext cx="4032605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64685-0ABA-D5B9-9108-047EB83D4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60" y="3978775"/>
            <a:ext cx="3550486" cy="177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6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D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Summary of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Programming Skills Improved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7562088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The activity improved understanding of arrays, loops, counters, conditions, and random number generation. These skills are essential in secure software </a:t>
            </a:r>
            <a:r>
              <a:rPr lang="en-US" dirty="0"/>
              <a:t>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21305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IoT Security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13432"/>
            <a:ext cx="7590539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Pseudo-random numbers are essential in encryption and secure communication within IoT systems. Secure random generation helps protect </a:t>
            </a:r>
            <a:endParaRPr lang="en-US" dirty="0"/>
          </a:p>
          <a:p>
            <a:pPr>
              <a:defRPr sz="950"/>
            </a:pPr>
            <a:r>
              <a:rPr dirty="0"/>
              <a:t>connected</a:t>
            </a:r>
            <a:r>
              <a:rPr lang="en-US" dirty="0"/>
              <a:t> </a:t>
            </a:r>
            <a:r>
              <a:rPr dirty="0"/>
              <a:t>devices from cyber threats.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1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Analytical Skills Developed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7315200" cy="20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The tasks strengthened statistical analysis and problem-solving skills. </a:t>
            </a:r>
            <a:r>
              <a:rPr dirty="0" err="1"/>
              <a:t>Analysing</a:t>
            </a:r>
            <a:r>
              <a:rPr dirty="0"/>
              <a:t> generated data helped improve understanding of randomness and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31920"/>
            <a:ext cx="8046720" cy="868680"/>
          </a:xfrm>
          <a:prstGeom prst="roundRect">
            <a:avLst/>
          </a:prstGeom>
          <a:solidFill>
            <a:srgbClr val="E1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59352"/>
            <a:ext cx="731520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Overall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2"/>
            <a:ext cx="7314823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rPr dirty="0"/>
              <a:t>The exercise provided practical programming experience relevant to IoT Systems Security. It also strengthened foundational knowledge required</a:t>
            </a:r>
            <a:endParaRPr lang="en-US" dirty="0"/>
          </a:p>
          <a:p>
            <a:pPr>
              <a:defRPr sz="950"/>
            </a:pPr>
            <a:r>
              <a:rPr dirty="0"/>
              <a:t> in </a:t>
            </a:r>
            <a:r>
              <a:rPr dirty="0" err="1"/>
              <a:t>MSc</a:t>
            </a:r>
            <a:r>
              <a:rPr dirty="0"/>
              <a:t> Cyber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/>
            </a:pPr>
            <a:r>
              <a:t>Slide 7 | MSc Cyber Security – IoT Systems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IoT SYSTEMS SECURITY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SYSTEMS SECURITY 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2026-05-28T18:35:17Z</dcterms:modified>
  <cp:category/>
</cp:coreProperties>
</file>