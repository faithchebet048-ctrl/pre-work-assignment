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FAE90-9A0B-A9FE-2EC3-53F3A93EAE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12" y="1326724"/>
            <a:ext cx="3985902" cy="99417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100" b="1"/>
              <a:t>COMPUTER AND NETWORKING SECURITY PRESENTATION </a:t>
            </a:r>
            <a:endParaRPr lang="en-KE" sz="2100" b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498CD-06F8-3ED9-DB02-01C63546AA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3212" y="2433494"/>
            <a:ext cx="3985907" cy="288145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1350"/>
              <a:t>                               By</a:t>
            </a:r>
          </a:p>
          <a:p>
            <a:pPr marL="0" indent="0">
              <a:buNone/>
            </a:pPr>
            <a:r>
              <a:rPr lang="en-US" sz="1350"/>
              <a:t>             FAITH NAMAEMBA CHELUGET</a:t>
            </a:r>
          </a:p>
          <a:p>
            <a:pPr marL="0" indent="0">
              <a:buNone/>
            </a:pPr>
            <a:r>
              <a:rPr lang="en-US" sz="1350"/>
              <a:t>                        WELCOME ID: </a:t>
            </a:r>
            <a:r>
              <a:rPr lang="en-KE" sz="1350" b="0" i="0" u="none" strike="noStrike">
                <a:effectLst/>
                <a:latin typeface="Open Sans" panose="020B0606030504020204" pitchFamily="34" charset="0"/>
              </a:rPr>
              <a:t>26047507</a:t>
            </a:r>
            <a:endParaRPr lang="en-KE" sz="135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19600" y="0"/>
            <a:ext cx="4724400" cy="4919011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52AC6D7F-F068-4E11-BB06-F601D89BB9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60561" y="1505"/>
            <a:ext cx="4583439" cy="4762908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defRPr/>
            </a:pPr>
            <a:endParaRPr lang="en-US" sz="1350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7" name="Graphic 6" descr="Employee Badge">
            <a:extLst>
              <a:ext uri="{FF2B5EF4-FFF2-40B4-BE49-F238E27FC236}">
                <a16:creationId xmlns:a16="http://schemas.microsoft.com/office/drawing/2014/main" id="{8AF28877-20D3-3E57-3CBC-0149906787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62767" y="485518"/>
            <a:ext cx="3197870" cy="3197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81695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Exercise 1: Emotet Infection with Trickbot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Overview of the Malware Traffic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Malware Identified: Emotet and Trickbot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27048"/>
            <a:ext cx="7420621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 err="1"/>
              <a:t>Emotet</a:t>
            </a:r>
            <a:r>
              <a:rPr dirty="0"/>
              <a:t> acted as the initial malware infection, while </a:t>
            </a:r>
            <a:r>
              <a:rPr dirty="0" err="1"/>
              <a:t>Trickbot</a:t>
            </a:r>
            <a:r>
              <a:rPr dirty="0"/>
              <a:t> was downloaded later as a secondary payload used for credential </a:t>
            </a:r>
            <a:endParaRPr lang="en-US" dirty="0"/>
          </a:p>
          <a:p>
            <a:pPr>
              <a:defRPr sz="1100"/>
            </a:pPr>
            <a:r>
              <a:rPr dirty="0"/>
              <a:t>theft and banking attacks.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3172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7743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Infection Delivered through Phishing/Malspam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24327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Attackers used fake emails with infected attachments or malicious links to trick victims into opening malware-infected files.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Network Traffic Analysed using Wireshark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21608"/>
            <a:ext cx="7699544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rPr dirty="0"/>
              <a:t>Wireshark was used to inspect DNS requests, HTTP traffic, and suspicious outbound communication between the infected host and </a:t>
            </a:r>
            <a:endParaRPr lang="en-US" dirty="0"/>
          </a:p>
          <a:p>
            <a:pPr>
              <a:defRPr sz="1100"/>
            </a:pPr>
            <a:r>
              <a:rPr dirty="0"/>
              <a:t>external servers.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52628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Suspicious HTTP and DNS Traffic Observed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1888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The infected system generated unusual DNS lookups and HTTP communication, indicating malware activity and external communication.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62179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/>
            </a:pPr>
            <a:r>
              <a:t>Slide 1 | MSc Cyber Security – Malware Traffic Analysis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Findings – Exercise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Indicators of Compromise (IOCs)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Suspicious IP Addresses Contacted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2704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Multiple external IP addresses were contacted repeatedly by the infected host, suggesting malicious communication.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3172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7743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Connections to Malicious Domains and C2 Servers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24327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The malware connected to command-and-control servers to receive instructions and download additional malicious payloads.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Download of Secondary Malware Payloads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2160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Emotet downloaded Trickbot after the initial infection to strengthen persistence and steal user credentials.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52628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Evidence of External Communication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1888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The infected machine continuously communicated with attacker-controlled infrastructure outside the network.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62179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/>
            </a:pPr>
            <a:r>
              <a:t>Slide 2 | MSc Cyber Security – Malware Traffic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– Exercise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Summary of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Initial Infection Vector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2704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Emotet acted as the first-stage infection that compromised the victim system.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3172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7743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Secondary Malware Infection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24327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Trickbot expanded the attack by targeting sensitive information such as banking credentials and passwords.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Credential Theft and Persistence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2160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The malware attempted to remain active on the infected machine while collecting sensitive information.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52628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Importance of Traffic 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1888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Traffic analysis successfully revealed malicious activity, suspicious domains, and attacker communication patterns.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62179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/>
            </a:pPr>
            <a:r>
              <a:t>Slide 3 | MSc Cyber Security – Malware Traffic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Exercise 2: Qakbot Infection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Overview of the Second Traffic Analysis Exercise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Malware Identified: Qakbot (Qbot)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2704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Qakbot is banking malware associated with phishing campaigns, credential theft, and command-and-control communication.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3172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7743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Infection through Malicious Email Attachments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24327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Victims were infected after interacting with malicious email attachments or phishing links.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Encrypted Traffic and Suspicious DNS Requests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2160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The malware used encrypted communication and suspicious DNS requests to avoid detection from security systems.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52628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Traffic Analysis using Wireshark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1888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Wireshark analysis revealed unusual outbound communication and suspicious traffic behaviour.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62179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/>
            </a:pPr>
            <a:r>
              <a:t>Slide 4 | MSc Cyber Security – Malware Traffic Analysis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Findings – Exercise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Indicators Observed During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Repeated Communication with External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2704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The infected machine repeatedly contacted suspicious servers, indicating active command-and-control communication.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3172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7743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Download Attempts from Malicious Domains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24327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The malware attempted to download additional malicious files and updates from attacker-controlled domains.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Abnormal HTTP POST Requests Detected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2160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HTTP POST requests suggested possible data exfiltration or malware update activity.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52628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Possible Credential Harvesting Behaviour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1888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Qakbot attempted to collect usernames, passwords, and other sensitive user information.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62179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/>
            </a:pPr>
            <a:r>
              <a:t>Slide 5 | MSc Cyber Security – Malware Traffic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3366"/>
          </a:solidFill>
          <a:ln>
            <a:solidFill>
              <a:srgbClr val="0033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20040" y="109728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Conclusion – Exercise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2296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3366"/>
                </a:solidFill>
              </a:defRPr>
            </a:pPr>
            <a:r>
              <a:t>Summary of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" y="123444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128016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Communication with Command-and-Control Servers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52704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Qakbot maintained communication with attacker-controlled infrastructure to receive commands.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3172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2377439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Use of Encrypted Traffic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624327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Encryption allowed the malware to hide malicious communication from security monitoring tools.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42900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347472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Importance of Monitoring DNS and HTTP Traffic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72160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Monitoring traffic patterns is essential for detecting suspicious behaviour and malware infections.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4526280"/>
            <a:ext cx="8046720" cy="1005840"/>
          </a:xfrm>
          <a:prstGeom prst="roundRect">
            <a:avLst/>
          </a:prstGeom>
          <a:solidFill>
            <a:srgbClr val="E4ECF5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457200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Network Traffic Analysis Success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818888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The exercise demonstrated how Wireshark and network traffic analysis help identify malicious activity.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6217920"/>
            <a:ext cx="4572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/>
            </a:pPr>
            <a:r>
              <a:t>Slide 6 | MSc Cyber Security – Malware Traffic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(4:3)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COMPUTER AND NETWORKING SECURITY PRESENTATION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Faith Chebet</cp:lastModifiedBy>
  <cp:revision>5</cp:revision>
  <dcterms:created xsi:type="dcterms:W3CDTF">2013-01-27T09:14:16Z</dcterms:created>
  <dcterms:modified xsi:type="dcterms:W3CDTF">2026-05-29T13:55:10Z</dcterms:modified>
  <cp:category/>
</cp:coreProperties>
</file>